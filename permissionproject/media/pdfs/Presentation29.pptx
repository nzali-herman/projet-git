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52294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02681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00365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11563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47251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57268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7267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95281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71171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46251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03601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3B420-BF11-45E1-AF10-CDB1CD3061FC}" type="datetimeFigureOut">
              <a:rPr lang="fr-CM" smtClean="0"/>
              <a:t>28/03/2025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BDB41-6F3E-42E5-AB86-01FFFA650154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74084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6F1ACDFC-1032-4C38-88A0-EF8C1A98F46B}"/>
              </a:ext>
            </a:extLst>
          </p:cNvPr>
          <p:cNvPicPr/>
          <p:nvPr/>
        </p:nvPicPr>
        <p:blipFill>
          <a:blip r:embed="rId2"/>
          <a:stretch/>
        </p:blipFill>
        <p:spPr bwMode="auto">
          <a:xfrm>
            <a:off x="0" y="96410"/>
            <a:ext cx="2160104" cy="1295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E1B30-C474-4038-B634-BB72DB1431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810" y="96410"/>
            <a:ext cx="1565910" cy="1296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82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Herman Manfo</dc:creator>
  <cp:lastModifiedBy>Herman Manfo</cp:lastModifiedBy>
  <cp:revision>1</cp:revision>
  <dcterms:created xsi:type="dcterms:W3CDTF">2025-03-28T08:10:26Z</dcterms:created>
  <dcterms:modified xsi:type="dcterms:W3CDTF">2025-03-28T08:15:07Z</dcterms:modified>
</cp:coreProperties>
</file>